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av" ContentType="audio/wav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4" r:id="rId10"/>
    <p:sldId id="265" r:id="rId11"/>
    <p:sldId id="261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42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31" autoAdjust="0"/>
    <p:restoredTop sz="94660"/>
  </p:normalViewPr>
  <p:slideViewPr>
    <p:cSldViewPr snapToGrid="0">
      <p:cViewPr>
        <p:scale>
          <a:sx n="80" d="100"/>
          <a:sy n="80" d="100"/>
        </p:scale>
        <p:origin x="-1013" y="-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A91E-E5A9-4EA9-B338-6C3CC52CA08F}" type="datetimeFigureOut">
              <a:rPr lang="es-ES" smtClean="0"/>
              <a:t>08/05/2018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098D-429A-48A8-B856-32FAECE8F2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615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A91E-E5A9-4EA9-B338-6C3CC52CA08F}" type="datetimeFigureOut">
              <a:rPr lang="es-ES" smtClean="0"/>
              <a:t>08/05/2018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098D-429A-48A8-B856-32FAECE8F2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50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A91E-E5A9-4EA9-B338-6C3CC52CA08F}" type="datetimeFigureOut">
              <a:rPr lang="es-ES" smtClean="0"/>
              <a:t>08/05/2018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098D-429A-48A8-B856-32FAECE8F2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666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A91E-E5A9-4EA9-B338-6C3CC52CA08F}" type="datetimeFigureOut">
              <a:rPr lang="es-ES" smtClean="0"/>
              <a:t>08/05/2018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098D-429A-48A8-B856-32FAECE8F2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157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A91E-E5A9-4EA9-B338-6C3CC52CA08F}" type="datetimeFigureOut">
              <a:rPr lang="es-ES" smtClean="0"/>
              <a:t>08/05/2018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098D-429A-48A8-B856-32FAECE8F2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603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A91E-E5A9-4EA9-B338-6C3CC52CA08F}" type="datetimeFigureOut">
              <a:rPr lang="es-ES" smtClean="0"/>
              <a:t>08/05/2018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098D-429A-48A8-B856-32FAECE8F2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361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A91E-E5A9-4EA9-B338-6C3CC52CA08F}" type="datetimeFigureOut">
              <a:rPr lang="es-ES" smtClean="0"/>
              <a:t>08/05/2018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098D-429A-48A8-B856-32FAECE8F2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32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A91E-E5A9-4EA9-B338-6C3CC52CA08F}" type="datetimeFigureOut">
              <a:rPr lang="es-ES" smtClean="0"/>
              <a:t>08/05/2018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098D-429A-48A8-B856-32FAECE8F2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998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A91E-E5A9-4EA9-B338-6C3CC52CA08F}" type="datetimeFigureOut">
              <a:rPr lang="es-ES" smtClean="0"/>
              <a:t>08/05/2018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098D-429A-48A8-B856-32FAECE8F2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434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A91E-E5A9-4EA9-B338-6C3CC52CA08F}" type="datetimeFigureOut">
              <a:rPr lang="es-ES" smtClean="0"/>
              <a:t>08/05/2018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098D-429A-48A8-B856-32FAECE8F2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773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A91E-E5A9-4EA9-B338-6C3CC52CA08F}" type="datetimeFigureOut">
              <a:rPr lang="es-ES" smtClean="0"/>
              <a:t>08/05/2018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098D-429A-48A8-B856-32FAECE8F2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077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CA91E-E5A9-4EA9-B338-6C3CC52CA08F}" type="datetimeFigureOut">
              <a:rPr lang="es-ES" smtClean="0"/>
              <a:t>08/05/2018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098D-429A-48A8-B856-32FAECE8F2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798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266682" y="1803042"/>
            <a:ext cx="7328078" cy="3168203"/>
          </a:xfrm>
          <a:prstGeom prst="rect">
            <a:avLst/>
          </a:prstGeom>
          <a:scene3d>
            <a:camera prst="isometricOffAxis2Left">
              <a:rot lat="1080000" lon="30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UGNDKNCL</a:t>
            </a:r>
          </a:p>
          <a:p>
            <a:pPr algn="ctr"/>
            <a:r>
              <a:rPr lang="es-ES" dirty="0" smtClean="0"/>
              <a:t>GME</a:t>
            </a:r>
            <a:endParaRPr lang="es-ES" dirty="0"/>
          </a:p>
        </p:txBody>
      </p:sp>
      <p:sp>
        <p:nvSpPr>
          <p:cNvPr id="4" name="Rectángulo 3"/>
          <p:cNvSpPr/>
          <p:nvPr/>
        </p:nvSpPr>
        <p:spPr>
          <a:xfrm>
            <a:off x="0" y="566"/>
            <a:ext cx="12192000" cy="685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ELCRAFTERO OS </a:t>
            </a:r>
            <a:endParaRPr lang="es-ES" dirty="0"/>
          </a:p>
        </p:txBody>
      </p:sp>
      <p:cxnSp>
        <p:nvCxnSpPr>
          <p:cNvPr id="7" name="Conector recto 6"/>
          <p:cNvCxnSpPr/>
          <p:nvPr/>
        </p:nvCxnSpPr>
        <p:spPr>
          <a:xfrm flipH="1">
            <a:off x="5499279" y="4700789"/>
            <a:ext cx="708338" cy="92727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2"/>
          <p:cNvCxnSpPr/>
          <p:nvPr/>
        </p:nvCxnSpPr>
        <p:spPr>
          <a:xfrm flipH="1">
            <a:off x="5930721" y="4850296"/>
            <a:ext cx="377314" cy="95415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Rectángulo"/>
          <p:cNvSpPr/>
          <p:nvPr/>
        </p:nvSpPr>
        <p:spPr>
          <a:xfrm>
            <a:off x="8439150" y="2038350"/>
            <a:ext cx="2952750" cy="376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Elipse">
            <a:hlinkClick r:id="" action="ppaction://hlinkshowjump?jump=nextslide"/>
          </p:cNvPr>
          <p:cNvSpPr/>
          <p:nvPr/>
        </p:nvSpPr>
        <p:spPr>
          <a:xfrm>
            <a:off x="9153525" y="2971800"/>
            <a:ext cx="971550" cy="94960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ON</a:t>
            </a:r>
            <a:endParaRPr lang="es-ES" dirty="0"/>
          </a:p>
        </p:txBody>
      </p:sp>
      <p:sp>
        <p:nvSpPr>
          <p:cNvPr id="8" name="7 Rectángulo">
            <a:hlinkClick r:id="" action="ppaction://hlinkshowjump?jump=nextslide">
              <a:snd r:embed="rId2" name="Logon.wav"/>
            </a:hlinkClick>
          </p:cNvPr>
          <p:cNvSpPr/>
          <p:nvPr/>
        </p:nvSpPr>
        <p:spPr>
          <a:xfrm>
            <a:off x="9077325" y="4181475"/>
            <a:ext cx="1304925" cy="668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ENCENDER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4191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5 CuadroTexto"/>
          <p:cNvSpPr txBox="1"/>
          <p:nvPr/>
        </p:nvSpPr>
        <p:spPr>
          <a:xfrm>
            <a:off x="7070316" y="5286374"/>
            <a:ext cx="29051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smtClean="0"/>
              <a:t>             ELCRAFTERO</a:t>
            </a:r>
          </a:p>
        </p:txBody>
      </p:sp>
      <p:pic>
        <p:nvPicPr>
          <p:cNvPr id="7" name="Picture 2" descr="Resultado de imagen para logo 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858" b="85019" l="0" r="100000">
                        <a14:foregroundMark x1="42328" y1="59176" x2="42328" y2="59176"/>
                        <a14:foregroundMark x1="56614" y1="58427" x2="56614" y2="584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567" b="15011"/>
          <a:stretch/>
        </p:blipFill>
        <p:spPr bwMode="auto">
          <a:xfrm>
            <a:off x="9867900" y="5582712"/>
            <a:ext cx="1281883" cy="127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2076450" y="1066800"/>
            <a:ext cx="5095875" cy="1762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CARGANDO</a:t>
            </a:r>
          </a:p>
          <a:p>
            <a:pPr algn="ctr"/>
            <a:r>
              <a:rPr lang="es-ES" dirty="0" smtClean="0"/>
              <a:t>SYSTEM32</a:t>
            </a:r>
          </a:p>
          <a:p>
            <a:pPr algn="ctr"/>
            <a:r>
              <a:rPr lang="es-ES" dirty="0" smtClean="0"/>
              <a:t>Y </a:t>
            </a:r>
          </a:p>
          <a:p>
            <a:pPr algn="ctr"/>
            <a:r>
              <a:rPr lang="es-ES" dirty="0" smtClean="0"/>
              <a:t>CARGANDO</a:t>
            </a:r>
          </a:p>
          <a:p>
            <a:pPr algn="ctr"/>
            <a:r>
              <a:rPr lang="es-ES" dirty="0" smtClean="0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267742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5 CuadroTexto"/>
          <p:cNvSpPr txBox="1"/>
          <p:nvPr/>
        </p:nvSpPr>
        <p:spPr>
          <a:xfrm>
            <a:off x="7298916" y="1428749"/>
            <a:ext cx="29051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smtClean="0"/>
              <a:t>             ELCRAFTERO</a:t>
            </a:r>
          </a:p>
        </p:txBody>
      </p:sp>
      <p:pic>
        <p:nvPicPr>
          <p:cNvPr id="7" name="Picture 2" descr="Resultado de imagen para logo 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858" b="85019" l="0" r="100000">
                        <a14:foregroundMark x1="42328" y1="59176" x2="42328" y2="59176"/>
                        <a14:foregroundMark x1="56614" y1="58427" x2="56614" y2="584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567" b="15011"/>
          <a:stretch/>
        </p:blipFill>
        <p:spPr bwMode="auto">
          <a:xfrm>
            <a:off x="10096500" y="1725087"/>
            <a:ext cx="1281883" cy="127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2076450" y="1066800"/>
            <a:ext cx="5095875" cy="1762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BIENVENIDO A </a:t>
            </a:r>
          </a:p>
        </p:txBody>
      </p:sp>
    </p:spTree>
    <p:extLst>
      <p:ext uri="{BB962C8B-B14F-4D97-AF65-F5344CB8AC3E}">
        <p14:creationId xmlns:p14="http://schemas.microsoft.com/office/powerpoint/2010/main" val="54693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0" y="5876925"/>
            <a:ext cx="12192000" cy="981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Picture 2" descr="Resultado de imagen para logo OS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858" b="85019" l="0" r="100000">
                        <a14:foregroundMark x1="42328" y1="59176" x2="42328" y2="59176"/>
                        <a14:foregroundMark x1="56614" y1="58427" x2="56614" y2="584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567" b="15011"/>
          <a:stretch/>
        </p:blipFill>
        <p:spPr bwMode="auto">
          <a:xfrm>
            <a:off x="98016" y="6029324"/>
            <a:ext cx="640942" cy="63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09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0" y="5876925"/>
            <a:ext cx="12192000" cy="981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Picture 2" descr="Resultado de imagen para logo OS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858" b="85019" l="0" r="100000">
                        <a14:foregroundMark x1="42328" y1="59176" x2="42328" y2="59176"/>
                        <a14:foregroundMark x1="56614" y1="58427" x2="56614" y2="584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567" b="15011"/>
          <a:stretch/>
        </p:blipFill>
        <p:spPr bwMode="auto">
          <a:xfrm>
            <a:off x="98016" y="6029324"/>
            <a:ext cx="640942" cy="63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0" y="1104900"/>
            <a:ext cx="2714625" cy="47720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Rectángulo">
            <a:hlinkClick r:id="rId4" action="ppaction://hlinksldjump"/>
          </p:cNvPr>
          <p:cNvSpPr/>
          <p:nvPr/>
        </p:nvSpPr>
        <p:spPr>
          <a:xfrm>
            <a:off x="257175" y="1895475"/>
            <a:ext cx="1981200" cy="695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AJUSTES</a:t>
            </a:r>
            <a:endParaRPr lang="es-ES" dirty="0"/>
          </a:p>
        </p:txBody>
      </p:sp>
      <p:sp>
        <p:nvSpPr>
          <p:cNvPr id="8" name="7 Rectángulo">
            <a:hlinkClick r:id="" action="ppaction://hlinkshowjump?jump=nextslide"/>
          </p:cNvPr>
          <p:cNvSpPr/>
          <p:nvPr/>
        </p:nvSpPr>
        <p:spPr>
          <a:xfrm>
            <a:off x="257175" y="2905125"/>
            <a:ext cx="1981200" cy="1543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INTERNET</a:t>
            </a:r>
            <a:endParaRPr lang="es-ES" dirty="0"/>
          </a:p>
        </p:txBody>
      </p:sp>
      <p:sp>
        <p:nvSpPr>
          <p:cNvPr id="9" name="8 Rectángulo">
            <a:hlinkClick r:id="rId5" action="ppaction://hlinksldjump"/>
          </p:cNvPr>
          <p:cNvSpPr/>
          <p:nvPr/>
        </p:nvSpPr>
        <p:spPr>
          <a:xfrm>
            <a:off x="257175" y="4791075"/>
            <a:ext cx="1828800" cy="7905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APAGAR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329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0" y="5876925"/>
            <a:ext cx="12192000" cy="981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Picture 2" descr="Resultado de imagen para logo OS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858" b="85019" l="0" r="100000">
                        <a14:foregroundMark x1="42328" y1="59176" x2="42328" y2="59176"/>
                        <a14:foregroundMark x1="56614" y1="58427" x2="56614" y2="584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567" b="15011"/>
          <a:stretch/>
        </p:blipFill>
        <p:spPr bwMode="auto">
          <a:xfrm>
            <a:off x="98016" y="6029324"/>
            <a:ext cx="640942" cy="63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919933" y="781050"/>
            <a:ext cx="9548042" cy="47148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>
                <a:solidFill>
                  <a:schemeClr val="tx1"/>
                </a:solidFill>
              </a:rPr>
              <a:t>GOOGLE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919934" y="200025"/>
            <a:ext cx="9548042" cy="581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Rectángulo">
            <a:hlinkClick r:id="rId4" action="ppaction://hlinksldjump"/>
          </p:cNvPr>
          <p:cNvSpPr/>
          <p:nvPr/>
        </p:nvSpPr>
        <p:spPr>
          <a:xfrm>
            <a:off x="8905875" y="200025"/>
            <a:ext cx="1562101" cy="5810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14" name="13 Rectángulo"/>
          <p:cNvSpPr/>
          <p:nvPr/>
        </p:nvSpPr>
        <p:spPr>
          <a:xfrm>
            <a:off x="3714750" y="3429000"/>
            <a:ext cx="53340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074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0" y="5876925"/>
            <a:ext cx="12192000" cy="981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Picture 2" descr="Resultado de imagen para logo OS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858" b="85019" l="0" r="100000">
                        <a14:foregroundMark x1="42328" y1="59176" x2="42328" y2="59176"/>
                        <a14:foregroundMark x1="56614" y1="58427" x2="56614" y2="584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567" b="15011"/>
          <a:stretch/>
        </p:blipFill>
        <p:spPr bwMode="auto">
          <a:xfrm>
            <a:off x="98016" y="6029324"/>
            <a:ext cx="640942" cy="63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919933" y="781050"/>
            <a:ext cx="9548042" cy="47148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919934" y="200025"/>
            <a:ext cx="9548042" cy="581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AJUSTES</a:t>
            </a:r>
            <a:endParaRPr lang="es-ES" dirty="0"/>
          </a:p>
        </p:txBody>
      </p:sp>
      <p:sp>
        <p:nvSpPr>
          <p:cNvPr id="13" name="12 Rectángulo">
            <a:hlinkClick r:id="rId4" action="ppaction://hlinksldjump"/>
          </p:cNvPr>
          <p:cNvSpPr/>
          <p:nvPr/>
        </p:nvSpPr>
        <p:spPr>
          <a:xfrm>
            <a:off x="8905875" y="200025"/>
            <a:ext cx="1562101" cy="5810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6" name="5 Rectángulo">
            <a:hlinkClick r:id="rId5" action="ppaction://hlinksldjump"/>
          </p:cNvPr>
          <p:cNvSpPr/>
          <p:nvPr/>
        </p:nvSpPr>
        <p:spPr>
          <a:xfrm>
            <a:off x="1076325" y="1114425"/>
            <a:ext cx="4000500" cy="100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RESETEAR LA INFORMACION</a:t>
            </a:r>
          </a:p>
          <a:p>
            <a:pPr algn="ctr"/>
            <a:r>
              <a:rPr lang="es-ES" dirty="0" smtClean="0"/>
              <a:t>DEL DISCO DURO</a:t>
            </a:r>
          </a:p>
          <a:p>
            <a:pPr algn="ctr"/>
            <a:endParaRPr lang="es-ES" dirty="0"/>
          </a:p>
        </p:txBody>
      </p:sp>
      <p:sp>
        <p:nvSpPr>
          <p:cNvPr id="7" name="6 Rectángulo">
            <a:hlinkClick r:id="" action="ppaction://hlinkshowjump?jump=nextslide"/>
          </p:cNvPr>
          <p:cNvSpPr/>
          <p:nvPr/>
        </p:nvSpPr>
        <p:spPr>
          <a:xfrm>
            <a:off x="1162050" y="2552700"/>
            <a:ext cx="4067175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ABRIR LA CMD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13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0" y="5876925"/>
            <a:ext cx="12192000" cy="981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Picture 2" descr="Resultado de imagen para logo OS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858" b="85019" l="0" r="100000">
                        <a14:foregroundMark x1="42328" y1="59176" x2="42328" y2="59176"/>
                        <a14:foregroundMark x1="56614" y1="58427" x2="56614" y2="584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567" b="15011"/>
          <a:stretch/>
        </p:blipFill>
        <p:spPr bwMode="auto">
          <a:xfrm>
            <a:off x="98016" y="6029324"/>
            <a:ext cx="640942" cy="63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919933" y="781050"/>
            <a:ext cx="9548042" cy="47148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919934" y="200025"/>
            <a:ext cx="9548042" cy="581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AJUSTES</a:t>
            </a:r>
            <a:endParaRPr lang="es-ES" dirty="0"/>
          </a:p>
        </p:txBody>
      </p:sp>
      <p:sp>
        <p:nvSpPr>
          <p:cNvPr id="13" name="12 Rectángulo">
            <a:hlinkClick r:id="rId4" action="ppaction://hlinksldjump"/>
          </p:cNvPr>
          <p:cNvSpPr/>
          <p:nvPr/>
        </p:nvSpPr>
        <p:spPr>
          <a:xfrm>
            <a:off x="8905875" y="200025"/>
            <a:ext cx="1562101" cy="5810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8" name="7 Rectángulo"/>
          <p:cNvSpPr/>
          <p:nvPr/>
        </p:nvSpPr>
        <p:spPr>
          <a:xfrm>
            <a:off x="1704975" y="1809750"/>
            <a:ext cx="6038849" cy="29241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8 Rectángulo"/>
          <p:cNvSpPr/>
          <p:nvPr/>
        </p:nvSpPr>
        <p:spPr>
          <a:xfrm>
            <a:off x="1704975" y="1371600"/>
            <a:ext cx="6038850" cy="438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CMD</a:t>
            </a:r>
            <a:endParaRPr lang="es-ES" dirty="0"/>
          </a:p>
        </p:txBody>
      </p:sp>
      <p:sp>
        <p:nvSpPr>
          <p:cNvPr id="14" name="13 Rectángulo">
            <a:hlinkClick r:id="rId5" action="ppaction://hlinksldjump"/>
          </p:cNvPr>
          <p:cNvSpPr/>
          <p:nvPr/>
        </p:nvSpPr>
        <p:spPr>
          <a:xfrm>
            <a:off x="6648449" y="1371600"/>
            <a:ext cx="1095375" cy="4381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15" name="14 CuadroTexto"/>
          <p:cNvSpPr txBox="1"/>
          <p:nvPr/>
        </p:nvSpPr>
        <p:spPr>
          <a:xfrm>
            <a:off x="1704975" y="1876425"/>
            <a:ext cx="61055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CMD COPYRIGHT ELCRAFTERO 2018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COPYRIGHT MINECRAFTERSCORPORATION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s-ES" dirty="0" smtClean="0">
                <a:solidFill>
                  <a:schemeClr val="bg1"/>
                </a:solidFill>
              </a:rPr>
              <a:t>PON HELP PARA EMPEZAR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endParaRPr lang="es-ES" dirty="0" smtClean="0">
              <a:solidFill>
                <a:schemeClr val="bg1"/>
              </a:solidFill>
            </a:endParaRPr>
          </a:p>
          <a:p>
            <a:endParaRPr lang="es-ES" dirty="0">
              <a:solidFill>
                <a:schemeClr val="bg1"/>
              </a:solidFill>
            </a:endParaRPr>
          </a:p>
          <a:p>
            <a:endParaRPr lang="es-ES" dirty="0" smtClean="0">
              <a:solidFill>
                <a:schemeClr val="bg1"/>
              </a:solidFill>
            </a:endParaRP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s-ES" dirty="0" smtClean="0">
                <a:solidFill>
                  <a:schemeClr val="bg1"/>
                </a:solidFill>
              </a:rPr>
              <a:t>CMD &gt;</a:t>
            </a:r>
          </a:p>
        </p:txBody>
      </p:sp>
    </p:spTree>
    <p:extLst>
      <p:ext uri="{BB962C8B-B14F-4D97-AF65-F5344CB8AC3E}">
        <p14:creationId xmlns:p14="http://schemas.microsoft.com/office/powerpoint/2010/main" val="277387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0" y="5876925"/>
            <a:ext cx="12192000" cy="981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Picture 2" descr="Resultado de imagen para logo OS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858" b="85019" l="0" r="100000">
                        <a14:foregroundMark x1="42328" y1="59176" x2="42328" y2="59176"/>
                        <a14:foregroundMark x1="56614" y1="58427" x2="56614" y2="584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567" b="15011"/>
          <a:stretch/>
        </p:blipFill>
        <p:spPr bwMode="auto">
          <a:xfrm>
            <a:off x="98016" y="6029324"/>
            <a:ext cx="640942" cy="63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919933" y="781050"/>
            <a:ext cx="9548042" cy="47148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>
                <a:solidFill>
                  <a:schemeClr val="tx1"/>
                </a:solidFill>
              </a:rPr>
              <a:t>RESETEANDO INFORMACION DEL DISCO DURO ESTO</a:t>
            </a:r>
          </a:p>
          <a:p>
            <a:pPr algn="ctr"/>
            <a:r>
              <a:rPr lang="es-ES" dirty="0" smtClean="0">
                <a:solidFill>
                  <a:schemeClr val="tx1"/>
                </a:solidFill>
              </a:rPr>
              <a:t>PUEDE TARDAR MINUTOS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919934" y="200025"/>
            <a:ext cx="9548042" cy="581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AJUSTES</a:t>
            </a:r>
            <a:endParaRPr lang="es-ES" dirty="0"/>
          </a:p>
        </p:txBody>
      </p:sp>
      <p:sp>
        <p:nvSpPr>
          <p:cNvPr id="13" name="12 Rectángulo">
            <a:hlinkClick r:id="rId4" action="ppaction://hlinksldjump"/>
          </p:cNvPr>
          <p:cNvSpPr/>
          <p:nvPr/>
        </p:nvSpPr>
        <p:spPr>
          <a:xfrm>
            <a:off x="8905875" y="200025"/>
            <a:ext cx="1562101" cy="5810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4315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0" y="5876925"/>
            <a:ext cx="12192000" cy="981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Picture 2" descr="Resultado de imagen para logo OS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858" b="85019" l="0" r="100000">
                        <a14:foregroundMark x1="42328" y1="59176" x2="42328" y2="59176"/>
                        <a14:foregroundMark x1="56614" y1="58427" x2="56614" y2="584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567" b="15011"/>
          <a:stretch/>
        </p:blipFill>
        <p:spPr bwMode="auto">
          <a:xfrm>
            <a:off x="98016" y="6029324"/>
            <a:ext cx="640942" cy="63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919933" y="781050"/>
            <a:ext cx="9548042" cy="47148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>
                <a:solidFill>
                  <a:schemeClr val="tx1"/>
                </a:solidFill>
              </a:rPr>
              <a:t>LISTO APAGE Y INICIE SU EQUIPO DE NUEVO PARA Q LOS CAMBIOS SURJAN EFECTO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919934" y="200025"/>
            <a:ext cx="9548042" cy="581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AJUSTES</a:t>
            </a:r>
            <a:endParaRPr lang="es-ES" dirty="0"/>
          </a:p>
        </p:txBody>
      </p:sp>
      <p:sp>
        <p:nvSpPr>
          <p:cNvPr id="13" name="12 Rectángulo">
            <a:hlinkClick r:id="rId4" action="ppaction://hlinksldjump"/>
          </p:cNvPr>
          <p:cNvSpPr/>
          <p:nvPr/>
        </p:nvSpPr>
        <p:spPr>
          <a:xfrm>
            <a:off x="8905875" y="200025"/>
            <a:ext cx="1562101" cy="5810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880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0" y="5876925"/>
            <a:ext cx="12192000" cy="981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Picture 2" descr="Resultado de imagen para logo OS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858" b="85019" l="0" r="100000">
                        <a14:foregroundMark x1="42328" y1="59176" x2="42328" y2="59176"/>
                        <a14:foregroundMark x1="56614" y1="58427" x2="56614" y2="584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567" b="15011"/>
          <a:stretch/>
        </p:blipFill>
        <p:spPr bwMode="auto">
          <a:xfrm>
            <a:off x="98016" y="6029324"/>
            <a:ext cx="640942" cy="63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0" y="1"/>
            <a:ext cx="12191998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SISTEMA CREADO POR ELCRAFTERO</a:t>
            </a:r>
          </a:p>
          <a:p>
            <a:pPr algn="ctr"/>
            <a:r>
              <a:rPr lang="es-ES" dirty="0" smtClean="0"/>
              <a:t>PARA TODOS SUS MINECRAFTIANOS :D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795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86</Words>
  <Application>Microsoft Office PowerPoint</Application>
  <PresentationFormat>Personalizado</PresentationFormat>
  <Paragraphs>46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alainbeired@outlook.com</dc:creator>
  <cp:lastModifiedBy>ALAIN  BEIRED</cp:lastModifiedBy>
  <cp:revision>11</cp:revision>
  <dcterms:created xsi:type="dcterms:W3CDTF">2018-01-31T08:02:33Z</dcterms:created>
  <dcterms:modified xsi:type="dcterms:W3CDTF">2018-05-08T18:27:45Z</dcterms:modified>
</cp:coreProperties>
</file>